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73152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ScienceQtech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Performance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Mapping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" y="2724912"/>
            <a:ext cx="5029200" cy="4572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Course-End Project | Database &amp; SQL Analysis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192024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4747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9CC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3429000"/>
            <a:ext cx="192024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34747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9CC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146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92024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34747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9CC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Team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3429000"/>
            <a:ext cx="192024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34747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9CC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1228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Data Science  |  Tools: MySQL  |  DB: employee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54864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869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Scenario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3977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ScienceQtech is a Data Science startup working on: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Fraud Detection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Basket Analysis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Self-Driving Cars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 Chain Optimization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Lung Cancer Early Detection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Sentiment Analysis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Drug Discovery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needs reports for the annual appraisal cycle.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6052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77240"/>
            <a:ext cx="4160520" cy="54864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869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DBA Objectives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1605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261872"/>
            <a:ext cx="54864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28016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Generate employee performance reports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792224"/>
            <a:ext cx="4160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1792224"/>
            <a:ext cx="54864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1810512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Find maximum salary &amp; validate job profiles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322576"/>
            <a:ext cx="41605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2322576"/>
            <a:ext cx="54864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340864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Calculate bonuses for extra expense cost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852928"/>
            <a:ext cx="4160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852928"/>
            <a:ext cx="54864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2871216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Identify employees requiring training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3383280"/>
            <a:ext cx="41605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9160" y="3383280"/>
            <a:ext cx="54864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340156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Analyze experience, ratings &amp; salary distribution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3913632"/>
            <a:ext cx="4160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9160" y="3913632"/>
            <a:ext cx="54864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393192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 views, procedures, functions &amp; indexes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 — 3 Tables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34198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88920" cy="43891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95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emp_record_table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40280" y="822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rows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216152"/>
            <a:ext cx="27889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216152"/>
            <a:ext cx="4572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252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(PK)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691640"/>
            <a:ext cx="4572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7282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FIRST_NAME, LAST_NAME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27889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167128"/>
            <a:ext cx="4572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037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ROLE, DEPT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42616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2642616"/>
            <a:ext cx="4572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679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EXP, COUNTRY, CONTINENT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118104"/>
            <a:ext cx="27889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118104"/>
            <a:ext cx="4572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154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SALARY, EMP_RATING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593592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593592"/>
            <a:ext cx="4572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6301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MANAGER_ID (FK), PROJ_ID (FK)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777240"/>
            <a:ext cx="2788920" cy="3419856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1B4F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18688" y="777240"/>
            <a:ext cx="2788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18688" y="777240"/>
            <a:ext cx="2788920" cy="438912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9" name="Text 27"/>
          <p:cNvSpPr/>
          <p:nvPr/>
        </p:nvSpPr>
        <p:spPr>
          <a:xfrm>
            <a:off x="3310128" y="795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proj_table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4648" y="822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rows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18688" y="1216152"/>
            <a:ext cx="27889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2" name="Shape 30"/>
          <p:cNvSpPr/>
          <p:nvPr/>
        </p:nvSpPr>
        <p:spPr>
          <a:xfrm>
            <a:off x="3218688" y="1216152"/>
            <a:ext cx="45720" cy="4572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3" name="Text 31"/>
          <p:cNvSpPr/>
          <p:nvPr/>
        </p:nvSpPr>
        <p:spPr>
          <a:xfrm>
            <a:off x="3355848" y="1252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 (PK)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18688" y="1691640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3218688" y="1691640"/>
            <a:ext cx="45720" cy="4572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6" name="Text 34"/>
          <p:cNvSpPr/>
          <p:nvPr/>
        </p:nvSpPr>
        <p:spPr>
          <a:xfrm>
            <a:off x="3355848" y="17282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PROJ_NAME, DOMAIN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18688" y="2167128"/>
            <a:ext cx="27889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8" name="Shape 36"/>
          <p:cNvSpPr/>
          <p:nvPr/>
        </p:nvSpPr>
        <p:spPr>
          <a:xfrm>
            <a:off x="3218688" y="2167128"/>
            <a:ext cx="45720" cy="4572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9" name="Text 37"/>
          <p:cNvSpPr/>
          <p:nvPr/>
        </p:nvSpPr>
        <p:spPr>
          <a:xfrm>
            <a:off x="3355848" y="22037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START_DATE, CLOSURE_DATE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18688" y="2642616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218688" y="2642616"/>
            <a:ext cx="45720" cy="4572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42" name="Text 40"/>
          <p:cNvSpPr/>
          <p:nvPr/>
        </p:nvSpPr>
        <p:spPr>
          <a:xfrm>
            <a:off x="3355848" y="2679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DEV_QTR, STATUS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18688" y="777240"/>
            <a:ext cx="2788920" cy="24688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63056" y="777240"/>
            <a:ext cx="2788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63056" y="777240"/>
            <a:ext cx="2788920" cy="43891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46" name="Text 44"/>
          <p:cNvSpPr/>
          <p:nvPr/>
        </p:nvSpPr>
        <p:spPr>
          <a:xfrm>
            <a:off x="6254496" y="795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data_science_team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29016" y="822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rows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63056" y="1216152"/>
            <a:ext cx="27889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9" name="Shape 47"/>
          <p:cNvSpPr/>
          <p:nvPr/>
        </p:nvSpPr>
        <p:spPr>
          <a:xfrm>
            <a:off x="6163056" y="1216152"/>
            <a:ext cx="45720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50" name="Text 48"/>
          <p:cNvSpPr/>
          <p:nvPr/>
        </p:nvSpPr>
        <p:spPr>
          <a:xfrm>
            <a:off x="6300216" y="1252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(PK)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63056" y="1691640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163056" y="1691640"/>
            <a:ext cx="45720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53" name="Text 51"/>
          <p:cNvSpPr/>
          <p:nvPr/>
        </p:nvSpPr>
        <p:spPr>
          <a:xfrm>
            <a:off x="6300216" y="17282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FIRST_NAME, LAST_NAME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63056" y="2167128"/>
            <a:ext cx="27889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5" name="Shape 53"/>
          <p:cNvSpPr/>
          <p:nvPr/>
        </p:nvSpPr>
        <p:spPr>
          <a:xfrm>
            <a:off x="6163056" y="2167128"/>
            <a:ext cx="45720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56" name="Text 54"/>
          <p:cNvSpPr/>
          <p:nvPr/>
        </p:nvSpPr>
        <p:spPr>
          <a:xfrm>
            <a:off x="6300216" y="22037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ROLE, DEPT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163056" y="2642616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63056" y="2642616"/>
            <a:ext cx="45720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59" name="Text 57"/>
          <p:cNvSpPr/>
          <p:nvPr/>
        </p:nvSpPr>
        <p:spPr>
          <a:xfrm>
            <a:off x="6300216" y="2679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EXP, COUNTRY, CONTINENT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163056" y="777240"/>
            <a:ext cx="2788920" cy="24688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6C348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4297680"/>
            <a:ext cx="8595360" cy="65836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11480" y="431596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Relationships: emp_record_table.PROJ_ID → proj_table.PROJECT_ID  |  emp_record_table.EMP_ID → data_science_team.EMP_ID  |  MANAGER_ID → EMP_ID (Self-ref)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 Employee List  |  Q4: Filter by EMP_RATING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4173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— All Employees with Department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EMP_ID, FIRST_NAME, LAST_NAME,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GENDER, DEPT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(19 rows)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09728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employees returned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4081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Depts: Finance, Healthcare,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171907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Automotive, Retail, 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4206240" cy="2011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31720"/>
            <a:ext cx="4206240" cy="292608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3591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— Filter by EMP_RATING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60904"/>
            <a:ext cx="40233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Rating &lt;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emp_record_table WHERE EMP_RATING &lt; 2;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Rating &gt; 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emp_record_table WHERE EMP_RATING &gt; 4;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Rating BETWEEN 2 AND 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EMP_RATING BETWEEN 2 AND 4;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331720"/>
            <a:ext cx="4206240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3591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Summary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62432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265176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&lt; 2  → 3 employees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93522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296265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Dorothy Wilson, Claire Brennan,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24612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327355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Katrina Allen (all rating = 1)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55701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358444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&gt; 4  → 4 employees (rating = 5)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867912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389534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2–4  → 12 employees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448056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Q3: 19 employees across 5 departments. Q4: Only 3 employees underperforming (&lt;2 rating), 4 top performers (&gt;4). Majority (12) rated 2–4.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Q5: Finance Names  |  Q6: Managers  |  Q7: UNION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5087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 — Finance Full Names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25603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CONCAT(FIRST_NAME,' ',LAST_NAME)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DEPT = 'FINANCE';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1371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777240"/>
            <a:ext cx="1371600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8046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69848"/>
            <a:ext cx="137160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0972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Hoffman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380744"/>
            <a:ext cx="13716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Grove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691640"/>
            <a:ext cx="137160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7190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Hoffman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4114800" cy="15087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777240"/>
            <a:ext cx="4114800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8046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 — Managers with Reporters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106424"/>
            <a:ext cx="3931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e.EMP_ID, e.FIRST_NAME,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COUNT(r.EMP_ID) AS NUM_REPORTERS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 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emp_record_table 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e.EMP_ID = r.MANAGER_ID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e.EMP_ID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COUNT(r.EMP_ID) &gt; 0;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395728"/>
            <a:ext cx="4160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95728"/>
            <a:ext cx="4160520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4231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 Output (6 Managers)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688336"/>
            <a:ext cx="416052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71576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Black  → 5 reporters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999232"/>
            <a:ext cx="41605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02666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Voltz → 3 reporters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310128"/>
            <a:ext cx="416052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333756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 Allen    → 3 reporters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621024"/>
            <a:ext cx="41605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648456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Janet Hale    → 3 reporters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416052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395935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Grove   → 2 reporters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242816"/>
            <a:ext cx="41605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427024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Tracy Norris  → 2 reporters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395728"/>
            <a:ext cx="4114800" cy="1965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395728"/>
            <a:ext cx="4114800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423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Q7 — Healthcare + Finance UNION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2724912"/>
            <a:ext cx="39319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EMP_ID,FIRST_NAME,LAST_NAME,DEPT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DEPT='HEALTHCARE'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EMP_ID,FIRST_NAME,LAST_NAME,DEPT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DEPT='FINANCE';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" y="448056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Q5: 3 Finance employees. Q6: Arthur Black manages the most (5 reports). Q7: UNION combines 4 Healthcare + 3 Finance = 7 unique employees.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Q8: Dept Ratings (Window)  |  Q9: Salary Range per Role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Q8 — Dept Ratings with Window Function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EMP_ID, FIRST_NAME, LAST_NAME,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ROLE, DEPT, EMP_RATING,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MAX(EMP_RATING)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 (PARTITION BY DEPT)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MAX_DEPT_RATING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DEPT;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Q8 Output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09728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max rating = 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4081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   max rating = 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171907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max rating = 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0299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    max rating =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13432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3408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rows with individual vs dept max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4206240" cy="15087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34640"/>
            <a:ext cx="4206240" cy="2926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8620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Q9 — Min/Max Salary per Role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163824"/>
            <a:ext cx="40233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MIN(SALARY) AS MIN_SALARY,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MAX(SALARY) AS MAX_SALARY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ROLE;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3464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834640"/>
            <a:ext cx="4206240" cy="2926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8620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Q9 Output (6 roles)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1272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315468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            $16,500 – $16,500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4381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34655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DATA SCIENTIST    $8,500 – $9,000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7490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377647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SCIENTIST  $5,500 – $7,700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0599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40873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               $8,500 – $11,000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370832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43982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DATA SCI.    $4,000 – $5,000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681728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470916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SCIENTIST  $2,800 – $3,000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" y="448056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Q8: PARTITION BY groups max rating per dept without collapsing rows. Q9: Manager salary range ($8,500–$11,000) overlaps Lead DS — worth investigating.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Q10: Rank by Experience  |  Q11: High Salary View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828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Q10 — Rank by Experience (Window)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EMP_ID, FIRST_NAME, LAST_NAME,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 (ORDER BY EXP DESC)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EXP_RANK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Q10 Output (19 ranked)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09728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Arthur Black   (20 yrs)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4081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Patrick Voltz  (15 yrs)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171907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Emily Grove    (14 yrs)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0299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Pete Allen     (14 yrs)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13432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3408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Janet Hale     (14 yrs)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624328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265176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...#19 Jenifer Jhones (1 yr)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4206240" cy="16916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43200"/>
            <a:ext cx="4206240" cy="2926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770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Q11 — View: Salary &gt; $6,000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072384"/>
            <a:ext cx="40233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high_salary_employees 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EMP_ID, FIRST_NAME,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LAST_NAME, COUNTRY, SALARY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&gt; 6000;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high_salary_employees;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74320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743200"/>
            <a:ext cx="4206240" cy="2926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770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Q11 View Output (12 rows)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03580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306324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employees earn above $6,000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34670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33741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Black (USA)    $16,500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65760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368503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 Allen (Germany)  $11,000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96849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399592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Grove (Canada)  $10,500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279392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430682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Janet Hale (Colombia) $10,000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590288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461772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Voltz (USA)   $9,500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1480" y="448056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Q10: Ties at rank #3 (14 yrs exp) — RANK() skips rank 6. Q11: View makes salary filter reusable. 12 of 19 employees earn &gt;$6,000.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Q12: Nested Query (EXP&gt;10)  |  Q13: Stored Procedure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828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Q12 — Nested Query: EXP &gt; 10 Years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EMP_ID IN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EMP_ID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EXP &gt; 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Q12 Output (8 rows)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09728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employees with EXP &gt; 10 years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4081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Black    20 yrs  President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171907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Voltz   15 yrs  Manager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0299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Grove     14 yrs  Manager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13432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3408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 Allen      14 yrs  Manager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624328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265176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Janet Hale      14 yrs  Manager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4206240" cy="1737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43200"/>
            <a:ext cx="420624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770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Q13 — Stored Procedure: EXP &gt; 3 Years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072384"/>
            <a:ext cx="40233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$$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get_experienced_employees()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EXP &gt; 3;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$$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get_experienced_employees();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74320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743200"/>
            <a:ext cx="420624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770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Q13 Procedure Output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03580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306324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employees with EXP &gt; 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34670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33741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19 employees qualify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65760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368503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only junior staff: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96849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399592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Katrina Allen (2 yrs)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279392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430682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Jenifer Jhones (1 yr)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" y="448056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Q12: Subquery filters EMP_IDs first then fetches full records. Q13: Stored procedure encapsulates the logic — reusable without rewriting the query.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Q14: Job Profile Validation  |  Q15: Index on FIRST_NAME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754880" cy="2743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754880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Q14 — Stored Function: Job Profile Check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57200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FUNCTION get_expected_role(exp 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VARCHAR(50)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exp&lt;=2 THEN RETURN 'JUNIOR DS';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ELSEIF exp&lt;=5 THEN RETURN 'ASSOCIATE DS';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ELSEIF exp&lt;=10 THEN RETURN 'SENIOR DS';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ELSEIF exp&lt;=12 THEN RETURN 'LEAD DS';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RETURN 'MANAGER';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$$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EMP_ID, ROLE AS ASSIGNED,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get_expected_role(EXP) AS EXPECTED,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IF(ROLE=get_expected_role(EXP),'MATCH','MISMATCH') AS 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data_science_team;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0" y="77724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0" y="777240"/>
            <a:ext cx="3657600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8046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Q14 Output — 13 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170432"/>
            <a:ext cx="3474720" cy="914400"/>
          </a:xfrm>
          <a:prstGeom prst="rect">
            <a:avLst/>
          </a:prstGeom>
          <a:solidFill>
            <a:srgbClr val="E9F7E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234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ALL 13 MATCH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2148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Science team employees are correctly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roles matching their experience level.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754880" cy="13716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57600"/>
            <a:ext cx="4754880" cy="292608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685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Q15 — Index on FIRST_NAME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986784"/>
            <a:ext cx="4572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BEFORE index (type: ALL — full table scan)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SELECT * 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FIRST_NAME = 'Eric';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index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idx_first_name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emp_record_table(FIRST_NAME);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AFTER index (type: ref — index scan)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SELECT * 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FIRST_NAME = 'Eric';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0" y="365760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3657600"/>
            <a:ext cx="3657600" cy="292608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36850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Output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3950208"/>
            <a:ext cx="365760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2" name="Text 20"/>
          <p:cNvSpPr/>
          <p:nvPr/>
        </p:nvSpPr>
        <p:spPr>
          <a:xfrm>
            <a:off x="5321808" y="397764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type=ALL, rows scanned=19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4261104"/>
            <a:ext cx="36576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21808" y="428853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type=ref, rows scanned=1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4572000"/>
            <a:ext cx="365760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6" name="Text 24"/>
          <p:cNvSpPr/>
          <p:nvPr/>
        </p:nvSpPr>
        <p:spPr>
          <a:xfrm>
            <a:off x="5321808" y="459943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improved significantly ✓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Q16: Bonus Calculation  |  Q17: Avg Salary by Location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6916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Q16 — Bonus = 5% × Salary × Rating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EMP_ID, FIRST_NAME, LAST_NAME,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SALARY, EMP_RATING,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ROUND(0.05 * SALARY * EMP_RATING, 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BONUS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Q16 Output (19 rows)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09728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Black   $16,500 × 5 = $4,125 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4081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Voltz  $9,500  × 5 = $2,375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171907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 Allen     $11,000 × 4 = $2,200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0299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Grove    $10,500 × 4 = $2,100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13432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3408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624328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265176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Katrina Allen  $3,000  × 1 = $150  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606040"/>
            <a:ext cx="4206240" cy="1645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606040"/>
            <a:ext cx="4206240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6334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Q17 — Avg Salary by Continent &amp; Country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2935224"/>
            <a:ext cx="40233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CONTINENT, COUNTRY,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ROUND(AVG(SALARY), 2) AS AVG_SALARY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emp_record_table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CONTINENT, COUNTRY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CONTINENT, COUNTRY;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60604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606040"/>
            <a:ext cx="4206240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6334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Q17 Output (7 rows)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8986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292608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/ USA      $9,440 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2095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32369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       / FRANCE   $9,000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5204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354787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       / GERMANY  $7,600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8313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38587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         / CHINA    $6,500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142232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41696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         / INDIA    $6,167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453128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448056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/ CANADA   $7,000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4764024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479145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AMERICA / COLOMBIA $5,600 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1480" y="448056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Q16: Top bonus = $4,125 (Arthur Black). Formula rewards both high salary AND high rating. Q17: North America/USA leads avg salary at $9,440. Colombia lowest at $5,600.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Business Insights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0" cy="12344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Performer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Black (President, 20 yrs exp) has the highest salary ($16,500), highest bonus ($4,125), and manages 5 direct reports.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12848"/>
            <a:ext cx="548640" cy="12344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212848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Roles Match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68833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Data Science team members are correctly assigned — roles perfectly match the organization's experience-based standard.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02736"/>
            <a:ext cx="548640" cy="12344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602736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3694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Highlight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782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bonus payout = ~$22,760. 12 of 19 employees earn &gt;$6,000/month — company maintains competitive salaries.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22960"/>
            <a:ext cx="548640" cy="12344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82296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Salary by Location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2984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leads with avg $9,440. South America (Colombia) is lowest at $5,600 — a 68% salary gap across continents.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12848"/>
            <a:ext cx="548640" cy="12344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212848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304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Distribution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68833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employees rated 5 (top), 3 rated 1 (underperforming). 12 employees in the healthy 2–4 band. Training needed for low-rated staff.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02736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02736"/>
            <a:ext cx="548640" cy="12344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602736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3694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 Leaders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0782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employees have 10+ years experience — all in senior/manager roles. Rank #1 Arthur Black leads at 20 years.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ScienceQtech Employee Performance Mapping</dc:title>
  <dc:subject>PptxGenJS Presentation</dc:subject>
  <dc:creator>PptxGenJS</dc:creator>
  <cp:lastModifiedBy>PptxGenJS</cp:lastModifiedBy>
  <cp:revision>1</cp:revision>
  <dcterms:created xsi:type="dcterms:W3CDTF">2026-04-15T09:21:56Z</dcterms:created>
  <dcterms:modified xsi:type="dcterms:W3CDTF">2026-04-15T09:21:56Z</dcterms:modified>
</cp:coreProperties>
</file>